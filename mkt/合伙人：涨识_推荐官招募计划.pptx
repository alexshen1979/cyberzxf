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58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726948"/>
            <a:ext cx="1508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轻量推荐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</a:rPr>
              <a:t>涨识推荐官招募计划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适合身边有高三家庭资源、愿意分享实用工具的人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" y="2578608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用AI志愿分析报告降低沟通门槛，用公开信息和清晰流程帮助家庭先看懂方向。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24928" y="9601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325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你只需要做什么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1783080"/>
            <a:ext cx="2788920" cy="2331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把工具推荐给需要的人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提醒先生成分析报告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转发统一素材和入口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收集问题并反馈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不替别人做最终决定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6126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2026.05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什么是推荐官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你不是复杂咨询师，而是把有用的AI志愿分析工具带给身边需要的家庭。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核心动作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分享小程序入口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提醒家长先做报告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转发避坑内容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把问题反馈给服务群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适合人群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高三家长群群主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往届高三家长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老师/课程顾问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大学生或准大学生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平台提供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统一海报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朋友圈文案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基础话术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邀请码和数据记录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推荐官能得到什么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把身边真实需求连接到工具，既帮到人，也能获得清晰记录的奖励。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示例20%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用户首充收益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通过你的入口充值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示例5%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44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复充低佣收益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4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有效期内复充继续结算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10点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276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每日分享奖励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每天有效分享一次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696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708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20点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708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好友注册奖励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708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好友通过分享注册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" y="3246120"/>
            <a:ext cx="10012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3703320"/>
            <a:ext cx="9326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重点：奖励规则以后台配置为准；公开表达应强调服务价值，不夸大收益。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推荐官如何推荐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三句话就够，别把事情讲复杂。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01268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65960"/>
            <a:ext cx="9281160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1. 你家孩子今年高考吗？可以先用这个AI志愿分析看一下大概方向。
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2. 它会根据省份、科类、分数和偏好，生成冲稳保、院校专业方向和风险提示。
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3. 这个只是先做参考，最终还要结合考试院和学校招生章程核对。
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510235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推荐时的原则：轻提醒、给入口、让对方先看自己的报告。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适合发给谁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优先找已经有明确志愿需求的人，转化会更自然。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精准家庭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高三考生家长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6367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正在关注分数、位次、专业和城市选择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3405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同城社群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157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家长群/社区群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71576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同省同城问题更集中，容易形成讨论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130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熟人关系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7947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亲戚朋友同事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794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信任成本低，更愿意先扫码体验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654296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92040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内容互动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4873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评论区咨询者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87375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把泛问题引导到小程序报告里具体看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朋友圈模板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不要像广告，像一次真诚提醒。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24128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0F172A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75104"/>
            <a:ext cx="9418320" cy="1060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家里有高三孩子的，可以先做一次AI志愿分析。输入省份、科类、分数和偏好，就能看到一份冲稳保、院校专业方向和风险提示报告。这个不是最终结论，但很适合家长先理清思路，少一点盲目焦虑。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709160"/>
            <a:ext cx="1024128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910328"/>
            <a:ext cx="9509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结尾加一句：需要入口可以私信我，或直接扫码体验。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微信群模板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群内不要刷屏，只发对大家有帮助的内容。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群公告版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755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高考志愿填报信息很多，建议大家先做一份自己的志愿分析报告，看清楚冲稳保和风险点，再进一步核对招生章程。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轻提醒版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不要等出分后才开始慌，现在可以先把城市、专业、风险偏好想清楚。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答疑版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报告只能作为参考，最终以官方志愿系统、考试院和高校招生章程为准。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251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适合频率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251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每天最多1次，不连续刷屏。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8251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配图建议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报告截图、风险提示、扫码入口，不放夸张收益。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51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互动方式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251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有人提问后，再私聊给入口，转化更自然。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每天15分钟动作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轻量执行，比一次性猛发更有效。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第1步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发1条朋友圈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6367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围绕一个家长痛点，不要一次讲太多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3405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第2步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157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私聊3个家庭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71576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只问是否需要先做一份参考报告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130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第3步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7947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发1条群内容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794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讲避坑、位次、专业风险等通用信息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654296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92040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第4步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4873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记录反馈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87375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看谁扫码、谁生成报告、谁需要进一步解释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如何提高转化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先让对方看见自己的问题，再谈是否需要深入分析。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先问需求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省份科类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大概分数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城市偏好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专业避坑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再给入口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扫码生成报告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截图重点页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看冲稳保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看风险提示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最后跟进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问报告哪里看不懂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提醒核对章程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再决定是否充值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常见问题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提前准备答案，沟通会更轻松。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我要懂专业知识吗？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755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不需要替别人做最终判断，只需要把工具入口和基础提醒讲清楚。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用户不充值怎么办？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先让对方看到报告价值，别硬推。高考志愿是信任决策。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奖励怎么记录？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通过专属邀请码和分享入口进入后，系统会自动记录来源。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251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可以承诺结果吗？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251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不能。所有建议都要以官方信息核对。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8251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什么时候最好发？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晚饭后、查分前后、群里有人讨论志愿时。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51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怎么避免打扰？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251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只发有用内容，不连续刷屏，熟人私聊要尊重对方意愿。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合规表达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做高考服务，表达越稳，越容易长期被信任。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可以说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公开数据辅助参考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先生成报告看方向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帮助理解风险点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最终以官方信息为准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不要说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保证录取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内部渠道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精准预测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包填包中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记住一句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推荐工具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不替人决定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不制造焦虑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不夸大收益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加入流程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拿到入口后，当天就可以开始。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978408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1. 提交手机号和微信信息，完成身份确认。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2. 领取专属邀请码、小程序码和素材包。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3. 学习三句话术和合规边界。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4. 发布第一条朋友圈，私聊第一批高三家庭。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5. 每天复盘扫码、注册、报告生成和充值情况。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5102352"/>
            <a:ext cx="9784080" cy="621792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5312664"/>
            <a:ext cx="9235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目标：先完成第一批10个有效触达，跑通从分享入口到生成报告的完整链路。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涨识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涨识推荐官招募计划</dc:title>
  <dc:subject>涨识推荐官招募计划</dc:subject>
  <dc:creator>Zhangshi</dc:creator>
  <cp:lastModifiedBy>Zhangshi</cp:lastModifiedBy>
  <cp:revision>1</cp:revision>
  <dcterms:created xsi:type="dcterms:W3CDTF">2026-05-31T08:47:29Z</dcterms:created>
  <dcterms:modified xsi:type="dcterms:W3CDTF">2026-05-31T08:47:29Z</dcterms:modified>
</cp:coreProperties>
</file>