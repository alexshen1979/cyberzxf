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26948"/>
            <a:ext cx="1508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用户体验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涨识AI志愿分析使用与推广建议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给高三家庭的一份低门槛志愿分析工具介绍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257860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用AI志愿分析报告降低沟通门槛，用公开信息和清晰流程帮助家庭先看懂方向。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24928" y="960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325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普通用户能得到什么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178308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生成志愿分析报告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查看冲稳保方向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识别院校和专业风险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继续追问具体问题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分享还可获得点数奖励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126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为什么要先做一份报告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高考志愿不是只看分数，位次、城市、专业、选科和风险偏好都要一起看。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信息太多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院校多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专业多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规则复杂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家长容易无从下手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时间太短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出分后很紧张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填报窗口有限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临时决策压力大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需要提前理清方向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先看方向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冲稳保参考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专业风险提示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城市偏好整理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后续再逐项核对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普通用户能得到什么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先用较低门槛看清方向，再决定是否继续深入分析。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100点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新用户赠点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默认系统赠送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10点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每日分享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每天有效分享一次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20点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276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好友注册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好友通过分享注册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696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708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可继续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708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深度追问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708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围绕报告具体提问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3246120"/>
            <a:ext cx="10012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3703320"/>
            <a:ext cx="9326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如果通过特定邀请入口注册，可能还会获得额外点数，具体以小程序内实际到账记录为准。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适合哪些家庭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不一定要等到出分后才开始准备。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高三家庭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正在准备志愿填报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想提前理解院校、专业、城市和风险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分数不确定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需要估方向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想先看不同分数段的可能选择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信息焦虑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不知道怎么筛学校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需要一份结构化报告先建立思路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预算谨慎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不想一开始高价咨询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希望先低门槛体验，再决定是否深入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几步完成一次初步分析。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9875520" cy="3337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1. 打开涨识小程序，进入AI高考志愿分析。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2. 填写省份、科类、分数或位次、偏好城市、偏好专业和避坑专业。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3. 生成志愿分析报告，先看冲稳保和风险提示。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4. 对看不懂的地方继续追问，比如某个学校、某个专业、调剂风险。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5. 把重点结果和官方招生章程、考试院信息逐项核对。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报告重点看什么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不要只看学校名字，更要看匹配逻辑和风险点。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冲稳保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冲：有机会但风险高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稳：匹配度相对较高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保：用于降低滑档风险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注意梯度是否合理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专业方向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是否符合兴趣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是否符合选科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是否有转专业限制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是否有就业认知偏差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风险提示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调剂风险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地域接受度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学费和学制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招生章程特殊要求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朋友圈转发文案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适合家长转给身边同样需要的人。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24128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75104"/>
            <a:ext cx="9418320" cy="1060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家里有高三孩子的，可以先用涨识做一份AI志愿分析报告。它会根据省份、科类、分数和偏好，整理冲稳保方向、院校专业建议和风险提示。报告仅供参考，最后一定要结合考试院和学校招生章程核对。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910328"/>
            <a:ext cx="9509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配图建议：报告首页、冲稳保页面、风险提示页面、小程序码。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微信群轻推荐文案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适合发在高三家长群里，语气要克制。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温和提醒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志愿填报涉及院校、专业、城市、位次和风险，建议大家先做一份报告，把方向理出来。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使用边界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AI报告不是最终答案，只适合初步参考，关键选择仍要核对官方信息。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适合时机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群里讨论分数段、专业选择、冲稳保怎么排的时候。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不要刷屏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一天发一次就够，有人问再私聊。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不要制造焦虑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不说错过就来不及，不说保证结果。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重点表达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先看自己的报告，再判断是否需要继续追问。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短视频选题建议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普通家庭最关心的是“我家孩子怎么办”。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别只问能上哪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先看位次、专业组、城市偏好和调剂风险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出分前准备清单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提前整理城市、专业、预算和不可接受项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怎么看冲稳保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不是学校越多越好，梯度和风险更重要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专业避坑提醒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不要只看名字，要看课程、就业和限制条件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常见问题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让家长先放心使用，再逐步深入。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报告准确吗？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报告基于输入信息和公开资料做辅助分析，不能替代官方志愿系统。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没有分数能用吗？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可以先用估分或目标分数看方向，出分后再重新生成。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需要充值吗？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新用户有默认赠点，是否充值取决于后续深度分析需求。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可以直接照着填吗？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不建议。正式填报前必须核对考试院和高校招生章程。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能问具体学校吗？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可以在报告里继续追问某所学校或某个专业。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适合低分段吗？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适合。越是选择受限，越需要提前看清风险和梯度。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合规提醒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志愿填报是重要决策，任何工具都只能做辅助。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报告定位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辅助参考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结构化初筛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帮助发现问题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不能替代官方系统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必须核对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考试院政策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高校招生章程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专业组要求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学费和身体条件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不要相信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保证录取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内部名额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精准包中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不看章程也能填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立即体验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先生成一份自己的报告，再决定下一步怎么做。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1001268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0F172A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240280"/>
            <a:ext cx="9189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打开涨识小程序，进入AI高考志愿分析，填写孩子的省份、科类、分数和偏好，先看一份属于自己的志愿分析报告。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1001268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DE68A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928616"/>
            <a:ext cx="9372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提醒：最终志愿填报以各省考试院、招生计划和高校招生章程为准。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涨识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涨识AI志愿分析使用与推广建议</dc:title>
  <dc:subject>涨识AI志愿分析使用与推广建议</dc:subject>
  <dc:creator>Zhangshi</dc:creator>
  <cp:lastModifiedBy>Zhangshi</cp:lastModifiedBy>
  <cp:revision>1</cp:revision>
  <dcterms:created xsi:type="dcterms:W3CDTF">2026-05-31T08:47:29Z</dcterms:created>
  <dcterms:modified xsi:type="dcterms:W3CDTF">2026-05-31T08:47:29Z</dcterms:modified>
</cp:coreProperties>
</file>