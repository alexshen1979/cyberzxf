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A"/>
          </a:solidFill>
          <a:ln w="12700">
            <a:solidFill>
              <a:srgbClr val="F7FB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658368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726948"/>
            <a:ext cx="1508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合作招募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143000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</a:rPr>
              <a:t>涨识合伙人招募计划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适合有本地家长资源、教育资源、社群触达能力的人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6656" y="2578608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用AI志愿分析报告降低沟通门槛，用公开信息和清晰流程帮助家庭先看懂方向。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24928" y="9601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325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你能获得什么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1783080"/>
            <a:ext cx="278892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AI志愿分析工具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统一推广素材和培训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邀请码追踪与收益统计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首充和复充收益示例
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可持续的本地服务机会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6126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2026.05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什么是涨识合伙人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你负责本地信任和资源触达，涨识负责产品、报告、素材、数据追踪与结算。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做什么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把小程序介绍给高三家庭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组织本地微信群或讲座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帮助家庭先生成报告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沉淀可复用的服务流程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不做什么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不替家长做最终决定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不承诺录取结果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不冒充官方渠道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不做恐慌式销售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平台支持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小程序和分析报告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院校、专业、知识库内容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推广物料和话术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后台数据与结算记录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适合哪些人加入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核心不是头衔，而是你是否能触达需要志愿分析的高三家庭。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教育资源方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教培/复读/艺考机构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已有学生和家长沟通场景，可做增值服务入口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内容创作者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本地教育号/短视频号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用内容获取信任，再用小程序承接咨询需求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社群组织者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家长群主/社区群主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熟人信任强，适合做低门槛推荐和答疑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线下触点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打印店/照相馆/书店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高考季自然接触考生家庭，适合放置入口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合伙人能得到什么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收益规则可在后台配置，对外沟通时以当前后台设置为准。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</a:rPr>
              <a:t>示例40%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412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直属用户首充收益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通过你的邀请码充值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832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44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示例20%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44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协作推广差额收益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844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团队成交时按规则结算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76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示例5%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276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复充低佣收益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76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有效期内复充继续结算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869680" y="1444752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70848" y="1581912"/>
            <a:ext cx="2020824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</a:rPr>
              <a:t>可配置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70848" y="1956816"/>
            <a:ext cx="202082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新用户赠点策略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70848" y="2176272"/>
            <a:ext cx="2020824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可单独设置额外赠点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77240" y="3154680"/>
            <a:ext cx="10149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35021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一句话价值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86200"/>
            <a:ext cx="941832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把你已有的本地信任、教育资源和社群触达，变成可追踪、可复盘、可结算的高考志愿服务业务。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896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注：比例为示例口径，正式执行以后台配置和合作协议为准。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你如何开始做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先跑通最小闭环，再扩大本地触点。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987552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1. 领取专属邀请码和小程序入口。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2. 把朋友圈图文、海报、短视频脚本发到自己的私域。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3. 引导高三家庭输入省份、科类、分数、偏好，生成志愿分析报告。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4. 围绕报告中的冲稳保、风险点、专业方向做跟进。
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5. 每天看后台数据，复盘扫码、注册、报告生成、充值转化。
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507492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5294376"/>
            <a:ext cx="9235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</a:rPr>
              <a:t>建议先用7天验证：20个精准私聊 + 3条朋友圈 + 2个家长群 + 1场小型分享。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合伙人推广工具包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降低开口难度，让每一次触达都有统一承接。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图文素材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朋友圈文案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社交媒体长图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微信群公告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私聊开场话术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线下素材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扫码海报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A4 flyer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讲座提纲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家长答疑清单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运营素材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7天启动清单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每日复盘表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转化数据看板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合规表达清单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朋友圈怎么发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别一上来卖课，先讲家长关心的问题，再给工具入口。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024128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0F172A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1938528"/>
            <a:ext cx="941832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今年志愿填报，很多家长最难的不是缺信息，而是信息太多、不知道怎么取舍。可以先用涨识AI志愿分析生成一份参考报告，看看冲稳保、院校方向和风险点。报告仅供参考，最终还要结合考试院和高校招生章程核对。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0241280" cy="594360"/>
          </a:xfrm>
          <a:prstGeom prst="roundRect">
            <a:avLst>
              <a:gd name="adj" fmla="val 12308"/>
            </a:avLst>
          </a:prstGeom>
          <a:solidFill>
            <a:srgbClr val="FFFBEB"/>
          </a:solidFill>
          <a:ln w="12700">
            <a:solidFill>
              <a:srgbClr val="FDE68A">
                <a:alpha val="9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28032"/>
            <a:ext cx="9509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配图建议：产品首页、报告截图、冲稳保示例、风险提示示例、扫码入口。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短视频怎么做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围绕家长搜索的问题做内容，不追求花哨，追求能被理解和转发。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500分左右怎么填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讲位次、冲稳保、专业组，不给绝对结论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县城家长容易踩的坑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讲信息差、专业误区、调剂风险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选题3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出分前要准备什么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讲院校层次、城市偏好、避坑专业清单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结尾口径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先做报告再判断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引导微信搜索涨识小程序或扫码体验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线下怎么启动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用小型分享会建立信任，现场扫码生成报告。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场地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教培教室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社区活动室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书店/茶室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机构门店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30分钟讲避坑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10分钟演示报告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现场扫码体验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收集后续需求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物料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签到二维码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报告样例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A4单页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FAQ问答清单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7天启动计划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把动作拆小，先验证真实转化。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55064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第1天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636776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准备入口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66360" y="1636776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确认邀请码、海报、朋友圈文案、报告截图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34056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第2-3天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71576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私域触达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2715768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发朋友圈，私聊20个精准家长或资源方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75304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13048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第4-5天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379476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建群服务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3794760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发避坑内容，邀请家庭先生成报告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654296"/>
            <a:ext cx="104698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8745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</a:rPr>
              <a:t>第6-7天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63240" y="4873752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复盘转化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4873752"/>
            <a:ext cx="5394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看扫码、注册、报告、充值数据，优化话术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常见问题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把疑虑讲清楚，成交会更自然。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8F0">
                <a:alpha val="96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8076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需要懂志愿填报吗？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不需要一开始就做复杂咨询。你主要负责触达和引导体验，专业内容以产品报告和公开信息为基础。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用户如何被追踪？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8755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用户通过你的邀请码或小程序分享入口进入后，系统会记录来源和相关转化。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收益什么时候结算？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755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订单会先进入待结算状态，满足规则后再进入可提现或可对账状态。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1737360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能承诺录取吗？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82512" y="208483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不能。报告用于初筛参考，最终要以考试院和高校招生章程为准。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适合哪里推广？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320040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二三四线城市、县城、城镇家庭、本地教育社群，通常更需要低门槛工具。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2512" y="3968496"/>
            <a:ext cx="42519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怎么提高转化？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82512" y="4315968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让家长先看到自己的报告，再围绕具体问题沟通，少讲概念，多讲结果。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38912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合规边界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932688"/>
            <a:ext cx="96926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稳定长期做，比短期夸张表达更重要。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CFDF5"/>
          </a:solidFill>
          <a:ln w="12700">
            <a:solidFill>
              <a:srgbClr val="CCFBF1">
                <a:alpha val="9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可以讲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公开信息辅助分析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报告用于初筛参考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帮助理解冲稳保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后台记录清晰可查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FFF7ED"/>
          </a:solidFill>
          <a:ln w="12700">
            <a:solidFill>
              <a:srgbClr val="FED7AA">
                <a:alpha val="96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</a:rPr>
              <a:t>不要讲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保证录取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内部数据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官方授权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百分百命中
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063240" cy="3566160"/>
          </a:xfrm>
          <a:prstGeom prst="roundRect">
            <a:avLst>
              <a:gd name="adj" fmla="val 2388"/>
            </a:avLst>
          </a:prstGeom>
          <a:solidFill>
            <a:srgbClr val="EFF6FF"/>
          </a:solidFill>
          <a:ln w="12700">
            <a:solidFill>
              <a:srgbClr val="BFDBFE">
                <a:alpha val="96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9912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下一步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9912" y="2359152"/>
            <a:ext cx="2487168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领取邀请码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加入培训群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拿素材包
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开始7天测试
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0352" y="647395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涨识 · 招募与推广资料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37392" y="64465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涨识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涨识合伙人招募计划</dc:title>
  <dc:subject>涨识合伙人招募计划</dc:subject>
  <dc:creator>Zhangshi</dc:creator>
  <cp:lastModifiedBy>Zhangshi</cp:lastModifiedBy>
  <cp:revision>1</cp:revision>
  <dcterms:created xsi:type="dcterms:W3CDTF">2026-05-31T08:47:29Z</dcterms:created>
  <dcterms:modified xsi:type="dcterms:W3CDTF">2026-05-31T08:47:29Z</dcterms:modified>
</cp:coreProperties>
</file>