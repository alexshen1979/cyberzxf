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22376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合伙人计划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涨识合伙人计划推广方案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面向本地渠道、教育资源方、社群主理人的低成本共赢增长方案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248716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核心路线：招募合伙人 + 合伙人发展推荐官 + 微信私域裂变 + 短视频搜索截流。用小程序报告建立信任，用推荐提成激励持续推广。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91440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325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合伙人适合谁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178308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教培/复读机构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本地教育号主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高三家长群主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打印店/照相馆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升学规划老师
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3822192"/>
            <a:ext cx="2697480" cy="0"/>
          </a:xfrm>
          <a:prstGeom prst="line">
            <a:avLst/>
          </a:prstGeom>
          <a:noFill/>
          <a:ln w="1524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40690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一句话权益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18120" y="4370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合伙人分享小程序并组织推广，用户充值后获得推荐提成和团队推荐收益。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6126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2026.05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什么是合伙人计划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系统内部对应原“特邀合作伙伴”身份，面向有本地教育资源和社群触达能力的人。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合伙人做什么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分享小程序给高三家长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组织微信群/讲座/本地触点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发展推荐官一起推广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帮助家长先生成志愿分析报告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7373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合伙人不是做什么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21284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不承诺录取结果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不说内部数据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不冒充官方渠道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不做高价恐吓式成交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3736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平台提供什么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21284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小程序工具和报告能力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邀请码追踪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佣金统计和提现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后台可配置奖励规则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一句话：合伙人负责本地信任和流量，涨识负责工具、内容承接、订单追踪和佣金结算。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合伙人能得到什么好处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重点不是一次性卖货，而是把本地教育资源变成可持续收益。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563624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40%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29384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直属用户首充提成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148840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用户通过合伙人邀请码充值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563624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1929384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团队首充差额收益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2148840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推荐官成交时合伙人拿差额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63624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27648" y="1929384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复充差额收益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7648" y="2148840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180天内复充，当前已开启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69680" y="14173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70848" y="1563624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微信零钱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70848" y="1929384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提现方式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70848" y="2148840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后台审核后商家转账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3649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为什么适合合伙人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不需要开发产品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不需要囤货和交付复杂服务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只要有家长触达和本地信任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收益可通过邀请码自动追踪
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06324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36499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后台可配置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376732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首充比例、复充比例、有效期可调整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不同合伙人可配置新用户赠点策略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佣金流水、提现记录后台可查
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合伙人收益怎么产生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当前规则示例：合伙人总比例40%，推荐官比例20%，复充180天内继续低佣结算。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287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819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A. 合伙人直接推荐家长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11880" y="16184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家长通过合伙人邀请码进入小程序并充值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635240" y="15819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合伙人获得该笔首充40%推荐提成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287000" cy="987552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92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</a:rPr>
              <a:t>B. 推荐官推荐家长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303580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推荐官归属于某个合伙人，家长充值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635240" y="29992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推荐官拿20%，合伙人拿差额20%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102870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16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C. 家长后续复充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11880" y="445312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180天内再次充值，按复充比例结算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635240" y="441655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推荐官拿5%，合伙人拿差额5%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9509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注意：具体比例以后台配置为准；以上为当前服务器配置，适合对外招商时作为示例展示。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为什么合伙人更容易推广涨识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高考志愿是强需求、短窗口、高焦虑场景，家长天然愿意先试一份报告。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低决策门槛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不是一上来卖高价咨询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先让家长生成报告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看得见内容再付费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830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强本地信任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家长更信熟人推荐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微信群传播效率高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线下触点容易成交
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2700">
            <a:solidFill>
              <a:srgbClr val="BFDBFE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7830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可持续收益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1080" y="2286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首充有提成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复充有低佣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团队推荐官可扩张
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合伙人招募话术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给潜在合伙人的表达要简单、直接、利益清晰。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987552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你有本地高三家长资源，我们提供小程序工具、志愿分析报告和佣金结算。家长通过你的邀请码充值后，你可以获得推荐提成；你发展推荐官，也可以获得团队差额收益。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703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适合邀请谁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教育机构负责人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本地教育公众号/视频号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高三家长群群主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复读学校/艺考机构资源方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342900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3703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招商承诺边界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讲收益规则，不夸大收益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讲辅助参考，不承诺录取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讲公开数据，不说内部渠道
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为什么现在必须开始蓄水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高考前后流量窗口很短，信任需要提前建立。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655064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6月7-8日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096" y="2020824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全国统考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24028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考前蓄水，考后转化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16352" y="150876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1655064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出分前后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020824"/>
            <a:ext cx="19293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爆发窗口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2240280"/>
            <a:ext cx="19293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估分、查分、填报焦虑集中释放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949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96128" y="16550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下沉家长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96128" y="2020824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核心人群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96128" y="224028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二三四线、县城、城镇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09560" y="1508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10728" y="1655064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信任转化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10728" y="2020824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最优路径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0728" y="2240280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熟人推荐优先于冷广告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971800"/>
            <a:ext cx="9646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2461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阶段判断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611880"/>
            <a:ext cx="896112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现在到考前：主要任务不是成交，而是进入家长微信群、朋友圈和本地信任网络。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考后到出分：家长开始焦虑，内容重点从政策避坑转向估分和方向选择。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出分到填报：转化效率最高，必须让家长快速扫码、快速生成报告、快速咨询。
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目标用户画像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不要按一线城市高客单打法做，先击中普通家庭的真实焦虑。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地域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二三四线城市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县城/城镇家庭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信息差明显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心理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怕填错志愿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怕浪费分数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怕被高价机构割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决策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8076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信熟人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信群主/老师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需要看见结果
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58200" y="150876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783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支付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23317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愿意小额试用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先看报告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再决定深度服务
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257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关键词：普通家长、低门槛、先体验、看得懂、能转发。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一句话卖点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不要先卖“AI系统”，先卖“看得懂的志愿参考”。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先免费/低成本生成一份孩子的志愿分析参考，看看分数大概能冲哪些、稳哪些、保哪些。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9718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BEB"/>
          </a:solidFill>
          <a:ln w="12700">
            <a:solidFill>
              <a:srgbClr val="FDE68A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735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应该说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63931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公开数据辅助参考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先看初版分析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冲稳保思路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适合家长先做判断
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2735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不要说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63931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保录取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内部数据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官方合作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精准包中
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增长飞轮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用内容获信任，用合作人扩散，用报告完成转化。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内容种草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短视频/朋友圈讲一个痛点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5059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私域沉淀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324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扫码进群/关注/收藏小程序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报告体验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输入省份、分数、位次生成分析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3115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4380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付费转化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380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充值点数/深度分析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71432" y="2304288"/>
            <a:ext cx="301752" cy="40233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182880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1993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推荐裂变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84080" y="2697480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家长分享，合作人拿奖励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38912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4128" y="4590288"/>
            <a:ext cx="9052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飞轮关键：每个合作人都有邀请码，每个家长都有可转发的报告或小程序入口。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渠道一：本地合作人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最低成本、最高信任的第一增长渠道。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高三家长群群主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负责拉群和转发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教培/复读老师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有精准学生和家长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45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打印店/照相馆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0756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高考季天然触点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87168" y="33375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15768" y="35661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本地教育号主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15768" y="39959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有本地家长信任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33375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35661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升学规划小机构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9959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缺工具但有客户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53492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合作话术：你不用懂系统，只要把小程序分享给高三家长，家长充值后你有推荐奖励。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渠道二：短视频搜索截流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不追求爆款，追求高频覆盖家长正在搜的问题。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标题模板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434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2026高考，500分左右怎么填志愿？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县城家长最容易踩的3个志愿坑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不要只看分数，一定要看位次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低分想上公办本科，先看这几个思路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分数尴尬，冲稳保怎么排？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EFF6FF"/>
          </a:solidFill>
          <a:ln w="12700">
            <a:solidFill>
              <a:srgbClr val="BFDBFE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19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发布节奏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1488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每天3条，连续30天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视频号、抖音、小红书同步发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每条只讲一个痛点，不讲大而全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结尾统一引导：微信搜“涨识”小程序
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渠道三：微信群私域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微信群不是卖货群，是持续降低家长决策成本的地方。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2026高考志愿填报避坑群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481328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7007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某某省2026高考家长交流群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797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500-550分志愿参考群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2560320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7797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艺术生志愿填报交流群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0058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370832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群运营日课：每天发1条高价值内容 + 1次温和引导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案例截图 / 专业避坑 / 院校误区 / 政策提醒 / 报告样例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渠道四：线下小讲座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低成本制造信任，现场扫码完成初步转化。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主题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2026高考志愿填报，家长最容易踩的10个坑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打印店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教培教室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社区会议室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• 茶室/书店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71600"/>
            <a:ext cx="6355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98848" y="1691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现场流程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121408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1. 30分钟讲志愿避坑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2. 现场扫码进小程序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3. 每个家长生成初步报告
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4. 需要深入分析再充值
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按高考节奏推进，不同阶段只做最该做的事。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5月23日-6月6日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蓄水期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找合作人、建群、发避坑内容、铺小程序入口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6月7日-6月15日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68833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焦虑升温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69748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估分方向、专业选择、城市选择、准备材料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5818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出分前后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73989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集中转化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74904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分数段案例、冲稳保、报告生成、付费分析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97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填报期间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479145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强服务期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4800600"/>
            <a:ext cx="58978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群答疑、直播、提醒确认、提高复购和转介绍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7天启动清单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不用等完美，先把最低成本动作跑起来。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1389888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7007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第1-3天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214884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做1张扫码海报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准备10条朋友圈文案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准备15条短视频脚本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建立2个家长群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联系20个本地合作人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16752" y="17007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第4-7天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16752" y="2148840"/>
            <a:ext cx="38862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给合作人分邀请码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每天发3条短视频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每天群内发1条干货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收集10个报告截图案例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记录每个渠道转化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风险边界与合规话术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教育类推广要稳，避免虚假承诺和高风险表达。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FFFBEB"/>
          </a:solidFill>
          <a:ln w="12700">
            <a:solidFill>
              <a:srgbClr val="FDE68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824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禁用表达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保录取/包上岸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内部数据/官方合作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精准预测/必中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制造恐慌式高价转化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371600"/>
            <a:ext cx="475488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8249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推荐表达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公开数据辅助参考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帮助家长理解位次和冲稳保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最终以官方志愿系统为准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• 先体验，再选择是否深入分析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衡量指标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低成本推广一定要看数据，否则很容易忙但没结果。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合作人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新增合作人数/有效分享人数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私域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进群人数/活跃提问人数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1554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17830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内容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221284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视频搜索曝光/私信/扫码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66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产品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959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报告生成数/充值转化率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0" y="333756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43400" y="3566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收益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43400" y="39959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单个合作人成交额/佣金成本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230368"/>
            <a:ext cx="9418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每晚复盘：哪个渠道带来的报告最多，哪个渠道带来的充值最多，第二天就加倍投入。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38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最终结论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先跑最短闭环，再扩大投入。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9966960" cy="2057400"/>
          </a:xfrm>
          <a:prstGeom prst="roundRect">
            <a:avLst>
              <a:gd name="adj" fmla="val 3556"/>
            </a:avLst>
          </a:prstGeom>
          <a:solidFill>
            <a:srgbClr val="0F172A"/>
          </a:solidFill>
          <a:ln w="12700">
            <a:solidFill>
              <a:srgbClr val="0F172A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212848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内容让家长知道你，熟人让家长信你，小程序报告让家长转化。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42976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CCFBF1">
                <a:alpha val="9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4517136"/>
            <a:ext cx="7406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先用7天验证：20个合作人 + 30条内容 + 2个家长群 + 100份报告生成。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合伙人计划推广方案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涨识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涨识合伙人计划推广方案</dc:title>
  <dc:subject>合伙人计划推广方案</dc:subject>
  <dc:creator>Zhangshi</dc:creator>
  <cp:lastModifiedBy>Zhangshi</cp:lastModifiedBy>
  <cp:revision>1</cp:revision>
  <dcterms:created xsi:type="dcterms:W3CDTF">2026-05-23T06:22:53Z</dcterms:created>
  <dcterms:modified xsi:type="dcterms:W3CDTF">2026-05-23T06:22:53Z</dcterms:modified>
</cp:coreProperties>
</file>