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A"/>
          </a:solidFill>
          <a:ln w="12700">
            <a:solidFill>
              <a:srgbClr val="F7FB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658368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722376"/>
            <a:ext cx="13258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766E"/>
                </a:solidFill>
              </a:rPr>
              <a:t>2026高考季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40080" y="1143000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</a:rPr>
              <a:t>涨识推广作战方案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58368" y="19202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效率最好、成本最低的获客打法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6656" y="2487168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核心路线：本地信任链 + 微信私域裂变 + 短视频搜索截流。先用免费/低成本报告建立信任，再转化付费分析。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52360" y="914400"/>
            <a:ext cx="3611880" cy="4251960"/>
          </a:xfrm>
          <a:prstGeom prst="roundRect">
            <a:avLst>
              <a:gd name="adj" fmla="val 2025"/>
            </a:avLst>
          </a:prstGeom>
          <a:solidFill>
            <a:srgbClr val="ECFDF5"/>
          </a:solidFill>
          <a:ln w="12700">
            <a:solidFill>
              <a:srgbClr val="CCFBF1">
                <a:alpha val="9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18120" y="132588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主战场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818120" y="1783080"/>
            <a:ext cx="274320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• 微信家长群
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• 本地合作人
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• 视频号/抖音搜索
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• 线下小讲座
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818120" y="3822192"/>
            <a:ext cx="2697480" cy="0"/>
          </a:xfrm>
          <a:prstGeom prst="line">
            <a:avLst/>
          </a:prstGeom>
          <a:noFill/>
          <a:ln w="15240">
            <a:solidFill>
              <a:srgbClr val="99F6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18120" y="406908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</a:rPr>
              <a:t>一句话定位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818120" y="4370832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让普通家长先看懂孩子大概能上什么，再决定是否深入分析。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61264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2026.05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6492240"/>
            <a:ext cx="7132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涨识 · 2026高考志愿分析小程序推广方案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438912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为什么现在必须开始蓄水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高考前后流量窗口很短，信任需要提前建立。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50876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68096" y="1655064"/>
            <a:ext cx="1609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</a:rPr>
              <a:t>6月7-8日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8096" y="2020824"/>
            <a:ext cx="16093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全国统考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68096" y="2240280"/>
            <a:ext cx="16093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考前蓄水，考后转化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816352" y="1508760"/>
            <a:ext cx="23317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017520" y="1655064"/>
            <a:ext cx="1929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06"/>
                </a:solidFill>
              </a:rPr>
              <a:t>出分前后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017520" y="2020824"/>
            <a:ext cx="19293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爆发窗口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017520" y="2240280"/>
            <a:ext cx="19293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估分、查分、填报焦虑集中释放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394960" y="150876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596128" y="1655064"/>
            <a:ext cx="1883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下沉家长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596128" y="2020824"/>
            <a:ext cx="18836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核心人群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596128" y="2240280"/>
            <a:ext cx="18836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二三四线、县城、城镇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909560" y="150876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110728" y="1655064"/>
            <a:ext cx="1883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A34A"/>
                </a:solidFill>
              </a:rPr>
              <a:t>信任转化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110728" y="2020824"/>
            <a:ext cx="18836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最优路径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110728" y="2240280"/>
            <a:ext cx="18836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熟人推荐优先于冷广告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66928" y="2971800"/>
            <a:ext cx="96469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68680" y="324612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阶段判断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8680" y="3611880"/>
            <a:ext cx="8961120" cy="1143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• 现在到考前：主要任务不是成交，而是进入家长微信群、朋友圈和本地信任网络。
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• 考后到出分：家长开始焦虑，内容重点从政策避坑转向估分和方向选择。
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• 出分到填报：转化效率最高，必须让家长快速扫码、快速生成报告、快速咨询。
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" y="6492240"/>
            <a:ext cx="7132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涨识 · 2026高考志愿分析小程序推广方案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438912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目标用户画像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不要按一线城市高客单打法做，先击中普通家庭的真实焦虑。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2240280" cy="3200400"/>
          </a:xfrm>
          <a:prstGeom prst="roundRect">
            <a:avLst>
              <a:gd name="adj" fmla="val 3265"/>
            </a:avLst>
          </a:prstGeom>
          <a:solidFill>
            <a:srgbClr val="ECFDF5"/>
          </a:solidFill>
          <a:ln w="12700">
            <a:solidFill>
              <a:srgbClr val="CCFBF1">
                <a:alpha val="9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783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地域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• 二三四线城市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• 县城/城镇家庭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• 信息差明显
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46120" y="1508760"/>
            <a:ext cx="2240280" cy="3200400"/>
          </a:xfrm>
          <a:prstGeom prst="roundRect">
            <a:avLst>
              <a:gd name="adj" fmla="val 3265"/>
            </a:avLst>
          </a:prstGeom>
          <a:solidFill>
            <a:srgbClr val="FFF7ED"/>
          </a:solidFill>
          <a:ln w="12700">
            <a:solidFill>
              <a:srgbClr val="FED7AA">
                <a:alpha val="9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783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</a:rPr>
              <a:t>心理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74720" y="233172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• 怕填错志愿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• 怕浪费分数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• 怕被高价机构割
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852160" y="1508760"/>
            <a:ext cx="2240280" cy="3200400"/>
          </a:xfrm>
          <a:prstGeom prst="roundRect">
            <a:avLst>
              <a:gd name="adj" fmla="val 3265"/>
            </a:avLst>
          </a:prstGeom>
          <a:solidFill>
            <a:srgbClr val="ECFDF5"/>
          </a:solidFill>
          <a:ln w="12700">
            <a:solidFill>
              <a:srgbClr val="CCFBF1">
                <a:alpha val="9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1783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决策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080760" y="233172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• 信熟人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• 信群主/老师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• 需要看见结果
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458200" y="1508760"/>
            <a:ext cx="2240280" cy="3200400"/>
          </a:xfrm>
          <a:prstGeom prst="roundRect">
            <a:avLst>
              <a:gd name="adj" fmla="val 3265"/>
            </a:avLst>
          </a:prstGeom>
          <a:solidFill>
            <a:srgbClr val="FFF7ED"/>
          </a:solidFill>
          <a:ln w="12700">
            <a:solidFill>
              <a:srgbClr val="FED7AA">
                <a:alpha val="9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0" y="1783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</a:rPr>
              <a:t>支付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86800" y="233172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• 愿意小额试用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• 先看报告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• 再决定深度服务
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85800" y="5257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关键词：普通家长、低门槛、先体验、看得懂、能转发。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2920" y="6492240"/>
            <a:ext cx="7132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涨识 · 2026高考志愿分析小程序推广方案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438912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一句话卖点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不要先卖“AI系统”，先卖“看得懂的志愿参考”。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10789920" cy="1143000"/>
          </a:xfrm>
          <a:prstGeom prst="roundRect">
            <a:avLst>
              <a:gd name="adj" fmla="val 6400"/>
            </a:avLst>
          </a:prstGeom>
          <a:solidFill>
            <a:srgbClr val="0F172A"/>
          </a:solidFill>
          <a:ln w="12700">
            <a:solidFill>
              <a:srgbClr val="0F172A">
                <a:alpha val="9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83080"/>
            <a:ext cx="99669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先免费/低成本生成一份孩子的志愿分析参考，看看分数大概能冲哪些、稳哪些、保哪些。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97180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ECFDF5"/>
          </a:solidFill>
          <a:ln w="12700">
            <a:solidFill>
              <a:srgbClr val="CCFBF1">
                <a:alpha val="9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3640" y="297180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FFFBEB"/>
          </a:solidFill>
          <a:ln w="12700">
            <a:solidFill>
              <a:srgbClr val="FDE68A">
                <a:alpha val="9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3273552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应该说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3639312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• 公开数据辅助参考
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• 先看初版分析
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• 冲稳保思路
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• 适合家长先做判断
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83680" y="3273552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不要说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0" y="3639312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• 保录取
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• 内部数据
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• 官方合作
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• 精准包中
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6492240"/>
            <a:ext cx="7132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涨识 · 2026高考志愿分析小程序推广方案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438912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增长飞轮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用内容获信任，用合作人扩散，用报告完成转化。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ECFDF5"/>
          </a:solidFill>
          <a:ln w="12700">
            <a:solidFill>
              <a:srgbClr val="CCFBF1">
                <a:alpha val="9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9339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内容种草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97480"/>
            <a:ext cx="135331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短视频/朋友圈讲一个痛点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50592" y="2304288"/>
            <a:ext cx="301752" cy="402336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80360" y="182880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FFF7ED"/>
          </a:solidFill>
          <a:ln w="12700">
            <a:solidFill>
              <a:srgbClr val="FED7AA">
                <a:alpha val="9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63240" y="199339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63240" y="23317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私域沉淀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63240" y="2697480"/>
            <a:ext cx="135331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扫码进群/关注/收藏小程序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90872" y="2304288"/>
            <a:ext cx="301752" cy="402336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20640" y="182880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ECFDF5"/>
          </a:solidFill>
          <a:ln w="12700">
            <a:solidFill>
              <a:srgbClr val="CCFBF1">
                <a:alpha val="9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199339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03520" y="23317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报告体验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03520" y="2697480"/>
            <a:ext cx="135331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输入省份、分数、位次生成分析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931152" y="2304288"/>
            <a:ext cx="301752" cy="402336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60920" y="182880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FFF7ED"/>
          </a:solidFill>
          <a:ln w="12700">
            <a:solidFill>
              <a:srgbClr val="FED7AA">
                <a:alpha val="9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43800" y="199339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543800" y="23317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付费转化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543800" y="2697480"/>
            <a:ext cx="135331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充值点数/深度分析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171432" y="2304288"/>
            <a:ext cx="301752" cy="402336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01200" y="182880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ECFDF5"/>
          </a:solidFill>
          <a:ln w="12700">
            <a:solidFill>
              <a:srgbClr val="CCFBF1">
                <a:alpha val="9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84080" y="199339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784080" y="23317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推荐裂变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784080" y="2697480"/>
            <a:ext cx="135331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家长分享，合作人拿奖励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77240" y="4389120"/>
            <a:ext cx="96926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024128" y="4590288"/>
            <a:ext cx="9052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飞轮关键：每个合作人都有邀请码，每个家长都有可转发的报告或小程序入口。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02920" y="6492240"/>
            <a:ext cx="7132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涨识 · 2026高考志愿分析小程序推广方案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438912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渠道一：本地合作人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最低成本、最高信任的第一增长渠道。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3108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645920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高三家长群群主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075688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负责拉群和转发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1417320"/>
            <a:ext cx="3108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0" y="1645920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教培/复读老师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2075688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有精准学生和家长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46720" y="1417320"/>
            <a:ext cx="3108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75320" y="1645920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打印店/照相馆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75320" y="2075688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高考季天然触点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487168" y="3337560"/>
            <a:ext cx="3108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715768" y="3566160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本地教育号主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15768" y="3995928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有本地家长信任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90488" y="3337560"/>
            <a:ext cx="3108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19088" y="3566160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升学规划小机构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19088" y="3995928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缺工具但有客户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13232" y="5349240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合作话术：你不用懂系统，只要把小程序分享给高三家长，家长充值后你有推荐奖励。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" y="6492240"/>
            <a:ext cx="7132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涨识 · 2026高考志愿分析小程序推广方案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438912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渠道二：短视频搜索截流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不追求爆款，追求高频覆盖家长正在搜的问题。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521208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71907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标题模板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148840"/>
            <a:ext cx="4434840" cy="2194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• 2026高考，500分左右怎么填志愿？
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• 县城家长最容易踩的3个志愿坑
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• 不要只看分数，一定要看位次
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• 低分想上公办本科，先看这几个思路
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• 分数尴尬，冲稳保怎么排？
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4846320" cy="3977640"/>
          </a:xfrm>
          <a:prstGeom prst="roundRect">
            <a:avLst>
              <a:gd name="adj" fmla="val 1839"/>
            </a:avLst>
          </a:prstGeom>
          <a:solidFill>
            <a:srgbClr val="EFF6FF"/>
          </a:solidFill>
          <a:ln w="12700">
            <a:solidFill>
              <a:srgbClr val="BFDBFE">
                <a:alpha val="9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65392" y="171907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发布节奏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65392" y="214884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• 每天3条，连续30天
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• 视频号、抖音、小红书同步发
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• 每条只讲一个痛点，不讲大而全
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• 结尾统一引导：微信搜“涨识”小程序
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6492240"/>
            <a:ext cx="7132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涨识 · 2026高考志愿分析小程序推广方案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438912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渠道三：微信群私域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微信群不是卖货群，是持续降低家长决策成本的地方。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481328"/>
            <a:ext cx="4572000" cy="713232"/>
          </a:xfrm>
          <a:prstGeom prst="roundRect">
            <a:avLst>
              <a:gd name="adj" fmla="val 10256"/>
            </a:avLst>
          </a:prstGeom>
          <a:solidFill>
            <a:srgbClr val="ECFDF5"/>
          </a:solidFill>
          <a:ln w="12700">
            <a:solidFill>
              <a:srgbClr val="CCFBF1">
                <a:alpha val="9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700784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2026高考志愿填报避坑群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852160" y="1481328"/>
            <a:ext cx="4572000" cy="713232"/>
          </a:xfrm>
          <a:prstGeom prst="roundRect">
            <a:avLst>
              <a:gd name="adj" fmla="val 10256"/>
            </a:avLst>
          </a:prstGeom>
          <a:solidFill>
            <a:srgbClr val="FFF7ED"/>
          </a:solidFill>
          <a:ln w="12700">
            <a:solidFill>
              <a:srgbClr val="FED7AA">
                <a:alpha val="9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0" y="1700784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某某省2026高考家长交流群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2560320"/>
            <a:ext cx="4572000" cy="713232"/>
          </a:xfrm>
          <a:prstGeom prst="roundRect">
            <a:avLst>
              <a:gd name="adj" fmla="val 10256"/>
            </a:avLst>
          </a:prstGeom>
          <a:solidFill>
            <a:srgbClr val="ECFDF5"/>
          </a:solidFill>
          <a:ln w="12700">
            <a:solidFill>
              <a:srgbClr val="CCFBF1">
                <a:alpha val="9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779776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500-550分志愿参考群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852160" y="2560320"/>
            <a:ext cx="4572000" cy="713232"/>
          </a:xfrm>
          <a:prstGeom prst="roundRect">
            <a:avLst>
              <a:gd name="adj" fmla="val 10256"/>
            </a:avLst>
          </a:prstGeom>
          <a:solidFill>
            <a:srgbClr val="FFF7ED"/>
          </a:solidFill>
          <a:ln w="12700">
            <a:solidFill>
              <a:srgbClr val="FED7AA">
                <a:alpha val="9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2779776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艺术生志愿填报交流群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4069080"/>
            <a:ext cx="10058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60120" y="4370832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群运营日课：每天发1条高价值内容 + 1次温和引导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4709160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案例截图 / 专业避坑 / 院校误区 / 政策提醒 / 报告样例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492240"/>
            <a:ext cx="7132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涨识 · 2026高考志愿分析小程序推广方案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438912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渠道四：线下小讲座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低成本制造信任，现场扫码完成初步转化。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3154680" cy="3566160"/>
          </a:xfrm>
          <a:prstGeom prst="roundRect">
            <a:avLst>
              <a:gd name="adj" fmla="val 2319"/>
            </a:avLst>
          </a:prstGeom>
          <a:solidFill>
            <a:srgbClr val="ECFDF5"/>
          </a:solidFill>
          <a:ln w="12700">
            <a:solidFill>
              <a:srgbClr val="CCFBF1">
                <a:alpha val="9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9164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主题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2026高考志愿填报，家长最容易踩的10个坑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15468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• 打印店
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• 教培教室
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• 社区会议室
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• 茶室/书店
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60520" y="1371600"/>
            <a:ext cx="63550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98848" y="16916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现场流程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98848" y="2121408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1. 30分钟讲志愿避坑
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2. 现场扫码进小程序
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3. 每个家长生成初步报告
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4. 需要深入分析再充值
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6492240"/>
            <a:ext cx="7132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涨识 · 2026高考志愿分析小程序推广方案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438912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时间表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按高考节奏推进，不同阶段只做最该做的事。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10241280" cy="777240"/>
          </a:xfrm>
          <a:prstGeom prst="roundRect">
            <a:avLst>
              <a:gd name="adj" fmla="val 9412"/>
            </a:avLst>
          </a:prstGeom>
          <a:solidFill>
            <a:srgbClr val="ECFDF5"/>
          </a:solidFill>
          <a:ln w="12700">
            <a:solidFill>
              <a:srgbClr val="CCFBF1">
                <a:alpha val="9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55064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</a:rPr>
              <a:t>5月23日-6月6日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63240" y="1636776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蓄水期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34840" y="1645920"/>
            <a:ext cx="58978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找合作人、建群、发避坑内容、铺小程序入口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2412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706624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</a:rPr>
              <a:t>6月7日-6月15日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63240" y="2688336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焦虑升温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34840" y="2697480"/>
            <a:ext cx="58978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估分方向、专业选择、城市选择、准备材料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520440"/>
            <a:ext cx="10241280" cy="777240"/>
          </a:xfrm>
          <a:prstGeom prst="roundRect">
            <a:avLst>
              <a:gd name="adj" fmla="val 9412"/>
            </a:avLst>
          </a:prstGeom>
          <a:solidFill>
            <a:srgbClr val="ECFDF5"/>
          </a:solidFill>
          <a:ln w="12700">
            <a:solidFill>
              <a:srgbClr val="CCFBF1">
                <a:alpha val="9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758184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</a:rPr>
              <a:t>出分前后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63240" y="3739896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集中转化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34840" y="3749040"/>
            <a:ext cx="58978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分数段案例、冲稳保、报告生成、付费分析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4572000"/>
            <a:ext cx="102412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809744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</a:rPr>
              <a:t>填报期间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063240" y="4791456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强服务期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434840" y="4800600"/>
            <a:ext cx="58978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群答疑、直播、提醒确认、提高复购和转介绍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6492240"/>
            <a:ext cx="7132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涨识 · 2026高考志愿分析小程序推广方案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438912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7天启动清单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不用等完美，先把最低成本动作跑起来。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389888"/>
            <a:ext cx="470916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715000" y="1389888"/>
            <a:ext cx="470916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87552" y="1700784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</a:rPr>
              <a:t>第1-3天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87552" y="2148840"/>
            <a:ext cx="3886200" cy="2377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• 做1张扫码海报
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• 准备10条朋友圈文案
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• 准备15条短视频脚本
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• 建立2个家长群
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• 联系20个本地合作人
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16752" y="1700784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第4-7天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16752" y="2148840"/>
            <a:ext cx="3886200" cy="2377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• 给合作人分邀请码
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• 每天发3条短视频
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• 每天群内发1条干货
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• 收集10个报告截图案例
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• 记录每个渠道转化
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6492240"/>
            <a:ext cx="7132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涨识 · 2026高考志愿分析小程序推广方案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438912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风险边界与合规话术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教育类推广要稳，避免虚假承诺和高风险表达。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371600"/>
            <a:ext cx="4754880" cy="3931920"/>
          </a:xfrm>
          <a:prstGeom prst="roundRect">
            <a:avLst>
              <a:gd name="adj" fmla="val 1860"/>
            </a:avLst>
          </a:prstGeom>
          <a:solidFill>
            <a:srgbClr val="FFFBEB"/>
          </a:solidFill>
          <a:ln w="12700">
            <a:solidFill>
              <a:srgbClr val="FDE68A">
                <a:alpha val="9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682496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</a:rPr>
              <a:t>禁用表达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2148840"/>
            <a:ext cx="384048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• 保录取/包上岸
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• 内部数据/官方合作
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• 精准预测/必中
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• 制造恐慌式高价转化
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60720" y="1371600"/>
            <a:ext cx="4754880" cy="3931920"/>
          </a:xfrm>
          <a:prstGeom prst="roundRect">
            <a:avLst>
              <a:gd name="adj" fmla="val 1860"/>
            </a:avLst>
          </a:prstGeom>
          <a:solidFill>
            <a:srgbClr val="ECFDF5"/>
          </a:solidFill>
          <a:ln w="12700">
            <a:solidFill>
              <a:srgbClr val="CCFBF1">
                <a:alpha val="9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0" y="1682496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</a:rPr>
              <a:t>推荐表达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35040" y="2148840"/>
            <a:ext cx="384048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• 公开数据辅助参考
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• 帮助家长理解位次和冲稳保
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• 最终以官方志愿系统为准
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• 先体验，再选择是否深入分析
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6492240"/>
            <a:ext cx="7132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涨识 · 2026高考志愿分析小程序推广方案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438912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衡量指标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低成本推广一定要看数据，否则很容易忙但没结果。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2971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783080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合作人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212848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新增合作人数/有效分享人数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0" y="1554480"/>
            <a:ext cx="2971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43400" y="1783080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私域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343400" y="2212848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进群人数/活跃提问人数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543800" y="1554480"/>
            <a:ext cx="2971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0" y="1783080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内容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2400" y="2212848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视频搜索曝光/私信/扫码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5800" y="3337560"/>
            <a:ext cx="2971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3566160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产品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3995928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报告生成数/充值转化率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14800" y="3337560"/>
            <a:ext cx="2971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343400" y="3566160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收益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343400" y="3995928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单个合作人成交额/佣金成本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31520" y="5230368"/>
            <a:ext cx="9418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每晚复盘：哪个渠道带来的报告最多，哪个渠道带来的充值最多，第二天就加倍投入。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02920" y="6492240"/>
            <a:ext cx="7132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涨识 · 2026高考志愿分析小程序推广方案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438912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最终结论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先跑最短闭环，再扩大投入。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22960" y="1554480"/>
            <a:ext cx="9966960" cy="2057400"/>
          </a:xfrm>
          <a:prstGeom prst="roundRect">
            <a:avLst>
              <a:gd name="adj" fmla="val 3556"/>
            </a:avLst>
          </a:prstGeom>
          <a:solidFill>
            <a:srgbClr val="0F172A"/>
          </a:solidFill>
          <a:ln w="12700">
            <a:solidFill>
              <a:srgbClr val="0F172A">
                <a:alpha val="9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2212848"/>
            <a:ext cx="905256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内容让家长知道你，熟人让家长信你，小程序报告让家长转化。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828800" y="4297680"/>
            <a:ext cx="8046720" cy="658368"/>
          </a:xfrm>
          <a:prstGeom prst="roundRect">
            <a:avLst>
              <a:gd name="adj" fmla="val 11111"/>
            </a:avLst>
          </a:prstGeom>
          <a:solidFill>
            <a:srgbClr val="ECFDF5"/>
          </a:solidFill>
          <a:ln w="12700">
            <a:solidFill>
              <a:srgbClr val="CCFBF1">
                <a:alpha val="9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48840" y="4517136"/>
            <a:ext cx="7406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766E"/>
                </a:solidFill>
              </a:rPr>
              <a:t>先用7天验证：20个合作人 + 30条内容 + 2个家长群 + 100份报告生成。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6492240"/>
            <a:ext cx="7132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涨识 · 2026高考志愿分析小程序推广方案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涨识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涨识推广作战方案</dc:title>
  <dc:subject>2026高考志愿分析小程序推广方案</dc:subject>
  <dc:creator>Zhangshi</dc:creator>
  <cp:lastModifiedBy>Zhangshi</cp:lastModifiedBy>
  <cp:revision>1</cp:revision>
  <dcterms:created xsi:type="dcterms:W3CDTF">2026-05-23T06:00:08Z</dcterms:created>
  <dcterms:modified xsi:type="dcterms:W3CDTF">2026-05-23T06:00:08Z</dcterms:modified>
</cp:coreProperties>
</file>